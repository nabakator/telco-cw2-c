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48D27-93C5-EC9E-89C9-B021F3CB1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AC491-43A2-0827-319B-DBFBE89B0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98C6F-250A-8D20-9FC0-FAF58A701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6A204-49B2-12BC-74B8-DA7995BF3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7267D-F8BF-3237-073C-97F2D8B6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70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B6FE-8E50-E4BF-91F5-3ADF8AE0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BD404-DD13-3D8F-8A5F-8D9FCA2E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C4FDD-3FB6-F054-6F59-9BB743C6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3C23-35E3-BFE5-C6C2-1968D6075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EE745-BB57-D6EF-EFB9-1E5F4358C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19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196A-5061-1DEE-6093-BBB0E4BE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7BEFD-D2F4-07FA-271C-AC5DA628F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B073A-FF5E-2E3A-6166-FAAF38A9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598F5-CF72-F67E-06CF-0E5B08F6F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324EC-AE6B-361D-23E5-F2B2D3C0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41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37B4-69C5-0629-C608-CDD1286E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CC702-AC1D-21B0-7597-56375E618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10687-050F-7AB7-BD7A-A39F9F9B5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EB9F7-85DE-59C3-DD5C-95B28780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C6D52-8B00-ADD0-EB40-4D6BAE14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1EAA-6B57-9320-E829-F67D2E49B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02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5E0F-8519-8B11-DCB8-E3E2F45AC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89F31-970B-72A0-18D4-23925DBDE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454CE-BA08-637F-17DC-75D7A54B4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EA896-3024-2683-19AA-B71E8F209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B2A3EB-AF8D-8C80-51C5-E57B74DC7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7AC58-6A5B-8905-EC52-05B499302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4BE19-1DD8-4A21-A9AA-4F9CCED06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6A892-1070-DB79-403C-E5B81904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830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E43D4-712D-E948-6C50-D3A165B5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B27EEA-C196-26C2-A617-87F30690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F6D55-3F1C-DB9A-37CB-D426E4091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3DCD0-1EA2-2BE5-6289-3D00B074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83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475D75-35C1-CCD5-4584-4735195C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9B692-90E2-F92A-E11C-80D425272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53E9A-86D2-E124-3D8B-192E3ECD9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39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ED05-2208-4815-C3CA-1F48408A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8CC7A-9D40-65CF-A266-67DC28DE9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7EBE5-C089-5D85-BCC7-E78AD378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7B3CC-C1EB-4594-FA88-6038A5D3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CCA4A-0F52-74A0-7DA2-31E8CE67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412F5-3B04-8B01-2FD6-6667FF9A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0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1E93-0BF9-0D46-1C8B-1127B8409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FA232-06B8-012F-4F96-B3CBE999E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5746B-E728-9AFF-95BD-997EF98E7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107E1-ADEC-2708-D42A-973B5A6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E020E-432A-896A-06E0-2AE23A56B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8DEDC-C9FB-20E1-EBDE-91F5132D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00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8136-0AF9-DC69-BD9B-A972AFB5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4DCD6-95C2-BC51-7F09-A714E099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6B042-769F-074D-1AEE-B66277C3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FDBD-8988-2385-4640-349F3250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F1BD0-09B8-62D0-C31F-9A01EE69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38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548CE-C367-697A-F5C0-797A9174A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BF9F1-13C9-0192-8BB7-CB11A42A9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29AD4-C30B-9C01-5C64-C2EC3A96A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7C747-9915-F385-D921-F9552962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2DB8A-0E69-1C29-0AA1-CCA1A653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68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CE65E7-C791-3F98-99EF-F267F33B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43A17-FE93-0EEF-17FD-6F064F2DF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6F395-2C7E-CB00-63CA-53B7FCC1E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F4AA3-48E9-004D-9462-65160C0A33D5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A10C-F7FB-01D6-7524-ECBD4C88C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9D008-6003-9590-FE63-4C89B751D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C3427-70EB-1B45-B9FA-88B44EA0D0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3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DF9E-B5D1-160F-F244-73675A114B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ENG4200 CW2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95AA1-5B23-020C-EF47-7CAE2BA1BD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Telco-CW2-C</a:t>
            </a:r>
          </a:p>
        </p:txBody>
      </p:sp>
    </p:spTree>
    <p:extLst>
      <p:ext uri="{BB962C8B-B14F-4D97-AF65-F5344CB8AC3E}">
        <p14:creationId xmlns:p14="http://schemas.microsoft.com/office/powerpoint/2010/main" val="55006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ENG4200 CW2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Sidi Bakari (student)</dc:creator>
  <cp:lastModifiedBy>Nathan Sidi Bakari (student)</cp:lastModifiedBy>
  <cp:revision>1</cp:revision>
  <dcterms:created xsi:type="dcterms:W3CDTF">2025-11-07T17:08:30Z</dcterms:created>
  <dcterms:modified xsi:type="dcterms:W3CDTF">2025-11-07T17:10:02Z</dcterms:modified>
</cp:coreProperties>
</file>